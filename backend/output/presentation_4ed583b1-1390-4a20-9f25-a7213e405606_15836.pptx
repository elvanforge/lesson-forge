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notesSz cx="6858000" cy="9144000"/>
</p:presentation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# Mock Generation for: Create a professional presentation outline. Use '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' to separate slides. Format: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Slide Title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Slide Content. Prompt: help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1: Overview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This is a mock response generated to save API costs during testing.
- Key Point A
- Key Point B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2: Details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The system correctly tracked your credits and validated your session.
- Image Description: A teacher using an AI tool in a modern classroom.
- Image Description: A data dashboard showing perfect security metrics.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Conclusion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Everything is working as expected!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gooxm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Baliance LLC</Company>
  <LinksUpToDate>false</LinksUpToDate>
  <Application>baliance.com/gooxml</Application>
  <AppVersion>00.8000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