
<file path=[Content_Types].xml><?xml version="1.0" encoding="utf-8"?>
<Types xmlns="http://schemas.openxmlformats.org/package/2006/content-types" xmlns:xml="http://www.w3.org/XML/1998/namespace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g"/>
  <Default Extension="wmf" ContentType="image/x-wmf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theme+xml" PartName="/ppt/theme/theme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
<Relationships xmlns="http://schemas.openxmlformats.org/package/2006/relationships" xmlns:xml="http://www.w3.org/XML/1998/namespace"><Relationship Target="docProps/core.xml" Type="http://schemas.openxmlformats.org/package/2006/relationships/metadata/core-properties" Id="rId1"/><Relationship Target="docProps/app.xml" Type="http://schemas.openxmlformats.org/officeDocument/2006/relationships/extended-properties" Id="rId2"/><Relationship Target="ppt/presentation.xml" Type="http://schemas.openxmlformats.org/officeDocument/2006/relationships/officeDocument" Id="rId3"/></Relationships>

</file>

<file path=ppt/presentation.xml><?xml version="1.0" encoding="utf-8"?>
<p:presentation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 conformance="transitional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notesSz cx="6858000" cy="9144000"/>
</p:presentation>
</file>

<file path=ppt/_rels/presentation.xml.rels><?xml version="1.0" encoding="UTF-8" standalone="yes"?>
<Relationships xmlns="http://schemas.openxmlformats.org/package/2006/relationships" xmlns:xml="http://www.w3.org/XML/1998/namespace"><Relationship Target="slideMasters/slideMaster1.xml" Type="http://schemas.openxmlformats.org/officeDocument/2006/relationships/slideMaster" Id="rId1"/><Relationship Target="theme/theme1.xml" Type="http://schemas.openxmlformats.org/officeDocument/2006/relationships/theme" Id="rId2"/><Relationship Target="slides/slide1.xml" Type="http://schemas.openxmlformats.org/officeDocument/2006/relationships/slide" Id="rId3"/><Relationship Target="slides/slide2.xml" Type="http://schemas.openxmlformats.org/officeDocument/2006/relationships/slide" Id="rId4"/><Relationship Target="slides/slide3.xml" Type="http://schemas.openxmlformats.org/officeDocument/2006/relationships/slide" Id="rId5"/><Relationship Target="slides/slide4.xml" Type="http://schemas.openxmlformats.org/officeDocument/2006/relationships/slide" Id="rId6"/><Relationship Target="slides/slide5.xml" Type="http://schemas.openxmlformats.org/officeDocument/2006/relationships/slide" Id="rId7"/><Relationship Target="slides/slide6.xml" Type="http://schemas.openxmlformats.org/officeDocument/2006/relationships/slide" Id="rId8"/></Relationships>

</file>

<file path=ppt/slideLayouts/_rels/slideLayout1.xml.rels><?xml version="1.0" encoding="UTF-8" standalone="yes"?>
<Relationships xmlns="http://schemas.openxmlformats.org/package/2006/relationships" xmlns:xml="http://www.w3.org/XML/1998/namespace"><Relationship Target="../slideMasters/slideMaster1.xml" Type="http://schemas.openxmlformats.org/officeDocument/2006/relationships/slideMaster" Id="rId1"/></Relationships>

</file>

<file path=ppt/slideLayouts/slideLayout1.xml><?xml version="1.0" encoding="utf-8"?>
<p:sldLayout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0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Relationship Target="../theme/theme1.xml" Type="http://schemas.openxmlformats.org/officeDocument/2006/relationships/theme" Id="rId2"/></Relationships>

</file>

<file path=ppt/slideMasters/slideMaster1.xml><?xml version="1.0" encoding="utf-8"?>
<p:sldMaste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0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2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3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4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5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_rels/slide6.xml.rels><?xml version="1.0" encoding="UTF-8" standalone="yes"?>
<Relationships xmlns="http://schemas.openxmlformats.org/package/2006/relationships" xmlns:xml="http://www.w3.org/XML/1998/namespace"><Relationship Target="../slideLayouts/slideLayout1.xml" Type="http://schemas.openxmlformats.org/officeDocument/2006/relationships/slideLayout" Id="rId1"/></Relationships>

</file>

<file path=ppt/slides/slide1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# Mock Generation for: Create a professional presentation outline. Use '</a:t>
            </a:r>
          </a:p>
        </p:txBody>
      </p:sp>
    </p:spTree>
  </p:cSld>
</p:sld>
</file>

<file path=ppt/slides/slide2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' to separate slides. Format:</a:t>
            </a:r>
          </a:p>
        </p:txBody>
      </p:sp>
    </p:spTree>
  </p:cSld>
</p:sld>
</file>

<file path=ppt/slides/slide3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Slide Title</a:t>
            </a:r>
          </a:p>
        </p:txBody>
      </p:sp>
      <p:sp>
        <p:nvSpPr>
          <p:cNvPr id="0" name=""/>
          <p:cNvSpPr/>
          <p:nvPr/>
        </p:nvSpPr>
        <p:spPr>
          <a:xfrm>
            <a:off x="457200" y="1554480"/>
            <a:ext cx="8229600" cy="4572000"/>
          </a:xfrm>
          <a:prstGeom prst="rect"/>
        </p:spPr>
        <p:txBody>
          <a:bodyPr wrap="square">
            <a:spAutoFit/>
          </a:bodyPr>
          <a:p>
            <a:r>
              <a:rPr sz="1800"/>
              <a:t>Slide Content. Prompt: a lesson abut trees for a b1 level esl student</a:t>
            </a:r>
          </a:p>
        </p:txBody>
      </p:sp>
    </p:spTree>
  </p:cSld>
</p:sld>
</file>

<file path=ppt/slides/slide4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Section 1: Overview</a:t>
            </a:r>
          </a:p>
        </p:txBody>
      </p:sp>
      <p:sp>
        <p:nvSpPr>
          <p:cNvPr id="0" name=""/>
          <p:cNvSpPr/>
          <p:nvPr/>
        </p:nvSpPr>
        <p:spPr>
          <a:xfrm>
            <a:off x="457200" y="1554480"/>
            <a:ext cx="8229600" cy="4572000"/>
          </a:xfrm>
          <a:prstGeom prst="rect"/>
        </p:spPr>
        <p:txBody>
          <a:bodyPr wrap="square">
            <a:spAutoFit/>
          </a:bodyPr>
          <a:p>
            <a:r>
              <a:rPr sz="1800"/>
              <a:t>This is a mock response generated to save API costs during testing.
- Key Point A
- Key Point B</a:t>
            </a:r>
          </a:p>
        </p:txBody>
      </p:sp>
    </p:spTree>
  </p:cSld>
</p:sld>
</file>

<file path=ppt/slides/slide5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Section 2: Details</a:t>
            </a:r>
          </a:p>
        </p:txBody>
      </p:sp>
      <p:sp>
        <p:nvSpPr>
          <p:cNvPr id="0" name=""/>
          <p:cNvSpPr/>
          <p:nvPr/>
        </p:nvSpPr>
        <p:spPr>
          <a:xfrm>
            <a:off x="457200" y="1554480"/>
            <a:ext cx="8229600" cy="4572000"/>
          </a:xfrm>
          <a:prstGeom prst="rect"/>
        </p:spPr>
        <p:txBody>
          <a:bodyPr wrap="square">
            <a:spAutoFit/>
          </a:bodyPr>
          <a:p>
            <a:r>
              <a:rPr sz="1800"/>
              <a:t>The system correctly tracked your credits and validated your session.
- Image Description: A teacher using an AI tool in a modern classroom.
- Image Description: A data dashboard showing perfect security metrics.</a:t>
            </a:r>
          </a:p>
        </p:txBody>
      </p:sp>
    </p:spTree>
  </p:cSld>
</p:sld>
</file>

<file path=ppt/slides/slide6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sh="http://schemas.openxmlformats.org/officeDocument/2006/sharedTypes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457200" y="457200"/>
            <a:ext cx="8229600" cy="914400"/>
          </a:xfrm>
          <a:prstGeom prst="rect"/>
        </p:spPr>
        <p:txBody>
          <a:bodyPr wrap="square">
            <a:spAutoFit/>
          </a:bodyPr>
          <a:p>
            <a:r>
              <a:rPr sz="3200"/>
              <a:t>Conclusion</a:t>
            </a:r>
          </a:p>
        </p:txBody>
      </p:sp>
      <p:sp>
        <p:nvSpPr>
          <p:cNvPr id="0" name=""/>
          <p:cNvSpPr/>
          <p:nvPr/>
        </p:nvSpPr>
        <p:spPr>
          <a:xfrm>
            <a:off x="457200" y="1554480"/>
            <a:ext cx="8229600" cy="4572000"/>
          </a:xfrm>
          <a:prstGeom prst="rect"/>
        </p:spPr>
        <p:txBody>
          <a:bodyPr wrap="square">
            <a:spAutoFit/>
          </a:bodyPr>
          <a:p>
            <a:r>
              <a:rPr sz="1800"/>
              <a:t>Everything is working as expected!</a:t>
            </a:r>
          </a:p>
        </p:txBody>
      </p:sp>
    </p:spTree>
  </p:cSld>
</p:sld>
</file>

<file path=ppt/theme/theme1.xml><?xml version="1.0" encoding="utf-8"?>
<a:theme xmlns="http://schemas.openxmlformats.org/drawingml/2006/main" xmlns:a="http://schemas.openxmlformats.org/drawingml/2006/main" xmlns:r="http://schemas.openxmlformats.org/officeDocument/2006/relationships" xmlns:sh="http://schemas.openxmlformats.org/officeDocument/2006/sharedTypes" xmlns:xml="http://www.w3.org/XML/1998/namespace" name="gooxm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7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 xmlns:xml="http://www.w3.org/XML/1998/namespace">
  <Company>Baliance LLC</Company>
  <LinksUpToDate>false</LinksUpToDate>
  <Application>baliance.com/gooxml</Application>
  <AppVersion>00.8000</AppVersion>
  <DocSecurity>0</DocSecurity>
</Properties>
</file>

<file path=docProps/core.xml><?xml version="1.0" encoding="utf-8"?>
<cp:coreProperties xmlns="http://schemas.openxmlformats.org/package/2006/metadata/core-properties" xmlns:cp="http://schemas.openxmlformats.org/package/2006/metadata/core-properties" xmlns:dc="http://purl.org/dc/elements/1.1/" xmlns:dcterms="http://purl.org/dc/terms/" xmlns:xml="http://www.w3.org/XML/1998/namespace"/>
</file>